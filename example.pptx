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9" name="Shape 19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1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1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92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0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19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8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7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62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3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1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72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73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ptos"/>
                <a:ea typeface="Aptos"/>
                <a:cs typeface="Aptos"/>
                <a:sym typeface="Aptos"/>
              </a:defRPr>
            </a:lvl1pPr>
            <a:lvl2pPr>
              <a:defRPr>
                <a:latin typeface="Aptos"/>
                <a:ea typeface="Aptos"/>
                <a:cs typeface="Aptos"/>
                <a:sym typeface="Aptos"/>
              </a:defRPr>
            </a:lvl2pPr>
            <a:lvl3pPr>
              <a:defRPr>
                <a:latin typeface="Aptos"/>
                <a:ea typeface="Aptos"/>
                <a:cs typeface="Aptos"/>
                <a:sym typeface="Aptos"/>
              </a:defRPr>
            </a:lvl3pPr>
            <a:lvl4pPr>
              <a:defRPr>
                <a:latin typeface="Aptos"/>
                <a:ea typeface="Aptos"/>
                <a:cs typeface="Aptos"/>
                <a:sym typeface="Aptos"/>
              </a:defRPr>
            </a:lvl4pPr>
            <a:lvl5pPr>
              <a:defRPr>
                <a:latin typeface="Aptos"/>
                <a:ea typeface="Aptos"/>
                <a:cs typeface="Aptos"/>
                <a:sym typeface="Apto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5757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91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latin typeface="Aptos"/>
                <a:ea typeface="Aptos"/>
                <a:cs typeface="Aptos"/>
                <a:sym typeface="Aptos"/>
              </a:defRPr>
            </a:lvl1pPr>
            <a:lvl2pPr marL="0" indent="457200" algn="ctr">
              <a:buSzTx/>
              <a:buFontTx/>
              <a:buNone/>
              <a:defRPr sz="2400">
                <a:latin typeface="Aptos"/>
                <a:ea typeface="Aptos"/>
                <a:cs typeface="Aptos"/>
                <a:sym typeface="Aptos"/>
              </a:defRPr>
            </a:lvl2pPr>
            <a:lvl3pPr marL="0" indent="914400" algn="ctr">
              <a:buSzTx/>
              <a:buFontTx/>
              <a:buNone/>
              <a:defRPr sz="2400">
                <a:latin typeface="Aptos"/>
                <a:ea typeface="Aptos"/>
                <a:cs typeface="Aptos"/>
                <a:sym typeface="Aptos"/>
              </a:defRPr>
            </a:lvl3pPr>
            <a:lvl4pPr marL="0" indent="1371600" algn="ctr">
              <a:buSzTx/>
              <a:buFontTx/>
              <a:buNone/>
              <a:defRPr sz="2400">
                <a:latin typeface="Aptos"/>
                <a:ea typeface="Aptos"/>
                <a:cs typeface="Aptos"/>
                <a:sym typeface="Aptos"/>
              </a:defRPr>
            </a:lvl4pPr>
            <a:lvl5pPr marL="0" indent="1828800" algn="ctr">
              <a:buSzTx/>
              <a:buFontTx/>
              <a:buNone/>
              <a:defRPr sz="2400">
                <a:latin typeface="Aptos"/>
                <a:ea typeface="Aptos"/>
                <a:cs typeface="Aptos"/>
                <a:sym typeface="Apto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2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5757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7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7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icture 4"/>
          <p:cNvSpPr/>
          <p:nvPr/>
        </p:nvSpPr>
        <p:spPr>
          <a:xfrm>
            <a:off x="-5376515" y="-4255616"/>
            <a:ext cx="24282396" cy="1741095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graphicFrame>
        <p:nvGraphicFramePr>
          <p:cNvPr id="204" name="Table 5"/>
          <p:cNvGraphicFramePr/>
          <p:nvPr/>
        </p:nvGraphicFramePr>
        <p:xfrm>
          <a:off x="1" y="0"/>
          <a:ext cx="12192001" cy="6858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064000"/>
                <a:gridCol w="4064000"/>
                <a:gridCol w="406400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defRPr>
                      </a:pPr>
                      <a:r>
                        <a:rPr>
                          <a:uFill>
                            <a:solidFill>
                              <a:srgbClr val="0563C1"/>
                            </a:solidFill>
                          </a:uFill>
                          <a:hlinkClick r:id="rId2" invalidUrl="" action="ppaction://hlinksldjump" tgtFrame="" tooltip="" history="1" highlightClick="0" endSnd="0"/>
                        </a:rPr>
                        <a:t>1 – After Breakfast on the Seashore</a:t>
                      </a:r>
                      <a:r>
                        <a:t> 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11 – Until We all Arrive (Eph. 4:13, Rev. 19:7)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21 – Jehovah's Habitation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2 – Grant Me, O Lord, a Heart That's Soft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12 – Before the Throne of God Above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22 – God is Spreading in My Being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3 – Above the Waste and Emptiness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13 – Back in My Father’s House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23 – Life is God the Father in Christ Jesus 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4 – I’ve Got a River of Life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14 – Christ Has Come to be Life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24 – One Day All Knees Will Bow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5 – Never Did I Dream Before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15 – Are You Washed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25 – Christ is God Incarnated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6 – Come, Thou Fount 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16 – Lord, You Love Me So Immensely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26 – Oh What a Mystery!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7 – Growing Up Together In the Lord 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17 – Jacob Saw the Vision 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27 – But You are a Chosen Race (1 Pet. 2:9) 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8 – God Eternal Has a Purpose 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18 – I Am the Living Bread (John 6:51) 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28 – Recall How David Swore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9 – It is I 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19 – In Christ Alone 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29 – The Love of God (2 Cor. 13:14; Rev. 22:1)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10 – Jesus is Getting Us Together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20 – Fill My Spirit Up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4EDE5"/>
                          </a:solidFill>
                          <a:latin typeface="+mn-lt"/>
                          <a:ea typeface="+mn-ea"/>
                          <a:cs typeface="+mn-cs"/>
                          <a:sym typeface="Helvetica"/>
                        </a:rPr>
                        <a:t>30 – Watch, Be Ready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0A49C"/>
                      </a:solidFill>
                    </a:lnL>
                    <a:lnR w="12700">
                      <a:solidFill>
                        <a:srgbClr val="C0A49C"/>
                      </a:solidFill>
                    </a:lnR>
                    <a:lnT w="12700">
                      <a:solidFill>
                        <a:srgbClr val="C0A49C"/>
                      </a:solidFill>
                    </a:lnT>
                    <a:lnB w="12700">
                      <a:solidFill>
                        <a:srgbClr val="C0A49C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205" name="Graphic 11" descr="Graphic 11"/>
          <p:cNvPicPr>
            <a:picLocks noChangeAspect="1"/>
          </p:cNvPicPr>
          <p:nvPr/>
        </p:nvPicPr>
        <p:blipFill>
          <a:blip r:embed="rId3">
            <a:alphaModFix amt="50000"/>
            <a:extLst/>
          </a:blip>
          <a:stretch>
            <a:fillRect/>
          </a:stretch>
        </p:blipFill>
        <p:spPr>
          <a:xfrm>
            <a:off x="10874898" y="0"/>
            <a:ext cx="450828" cy="45082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sp>
        <p:nvSpPr>
          <p:cNvPr id="206" name="31 – It’s the life, life , life"/>
          <p:cNvSpPr txBox="1"/>
          <p:nvPr/>
        </p:nvSpPr>
        <p:spPr>
          <a:xfrm>
            <a:off x="10589069" y="6175111"/>
            <a:ext cx="1596149" cy="561341"/>
          </a:xfrm>
          <a:prstGeom prst="rect">
            <a:avLst/>
          </a:prstGeom>
          <a:ln w="12700">
            <a:solidFill>
              <a:srgbClr val="C0A49C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31 – It’s the life,</a:t>
            </a:r>
            <a:br/>
            <a:r>
              <a:t>life , life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7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icture 7"/>
          <p:cNvSpPr/>
          <p:nvPr/>
        </p:nvSpPr>
        <p:spPr>
          <a:xfrm>
            <a:off x="-6264210" y="-4548695"/>
            <a:ext cx="25230370" cy="180906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09" name="Rectangle 3"/>
          <p:cNvSpPr txBox="1"/>
          <p:nvPr/>
        </p:nvSpPr>
        <p:spPr>
          <a:xfrm>
            <a:off x="1477285" y="1120675"/>
            <a:ext cx="9518779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After breakfast on the seashore,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Jesus set about to restore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Peter's love, that he would henceforth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Not trust himself, </a:t>
            </a:r>
          </a:p>
        </p:txBody>
      </p:sp>
      <p:sp>
        <p:nvSpPr>
          <p:cNvPr id="210" name="TextBox 12"/>
          <p:cNvSpPr txBox="1"/>
          <p:nvPr/>
        </p:nvSpPr>
        <p:spPr>
          <a:xfrm>
            <a:off x="0" y="0"/>
            <a:ext cx="12192000" cy="392470"/>
          </a:xfrm>
          <a:prstGeom prst="rect">
            <a:avLst/>
          </a:prstGeom>
          <a:solidFill>
            <a:srgbClr val="C0A49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AFTER BREAKFAST ON THE SEASHORE					STANZA 1</a:t>
            </a:r>
          </a:p>
        </p:txBody>
      </p:sp>
      <p:pic>
        <p:nvPicPr>
          <p:cNvPr id="211" name="Graphic 11" descr="Graphic 11">
            <a:hlinkClick r:id="rId2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74898" y="0"/>
            <a:ext cx="450828" cy="4508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7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icture 7"/>
          <p:cNvSpPr/>
          <p:nvPr/>
        </p:nvSpPr>
        <p:spPr>
          <a:xfrm>
            <a:off x="-6264210" y="-4548695"/>
            <a:ext cx="25230370" cy="180906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14" name="Rectangle 3"/>
          <p:cNvSpPr txBox="1"/>
          <p:nvPr/>
        </p:nvSpPr>
        <p:spPr>
          <a:xfrm>
            <a:off x="1477285" y="1120675"/>
            <a:ext cx="9518779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He committed some big failures,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Three times denying the Savior,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Then leading others to waver,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Yet Jesus said...</a:t>
            </a:r>
          </a:p>
        </p:txBody>
      </p:sp>
      <p:sp>
        <p:nvSpPr>
          <p:cNvPr id="215" name="TextBox 12"/>
          <p:cNvSpPr txBox="1"/>
          <p:nvPr/>
        </p:nvSpPr>
        <p:spPr>
          <a:xfrm>
            <a:off x="0" y="0"/>
            <a:ext cx="12192000" cy="392470"/>
          </a:xfrm>
          <a:prstGeom prst="rect">
            <a:avLst/>
          </a:prstGeom>
          <a:solidFill>
            <a:srgbClr val="C0A49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AFTER BREAKFAST ON THE SEASHORE					STANZA 1</a:t>
            </a:r>
          </a:p>
        </p:txBody>
      </p:sp>
      <p:pic>
        <p:nvPicPr>
          <p:cNvPr id="216" name="Graphic 11" descr="Graphic 11">
            <a:hlinkClick r:id="rId2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74898" y="0"/>
            <a:ext cx="450828" cy="4508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150">
        <p:fade/>
      </p:transition>
    </mc:Choice>
    <mc:Fallback>
      <p:transition spd="fast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7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icture 7"/>
          <p:cNvSpPr/>
          <p:nvPr/>
        </p:nvSpPr>
        <p:spPr>
          <a:xfrm>
            <a:off x="-9007410" y="-4754558"/>
            <a:ext cx="25230370" cy="180906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19" name="Rectangle 3"/>
          <p:cNvSpPr txBox="1"/>
          <p:nvPr/>
        </p:nvSpPr>
        <p:spPr>
          <a:xfrm>
            <a:off x="1477285" y="1120675"/>
            <a:ext cx="9518779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Do you love Me? Feed My lambs,</a:t>
            </a:r>
          </a:p>
          <a:p>
            <a:pPr>
              <a:defRPr b="1" i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Do you love Me? Shepherd My sheep,</a:t>
            </a:r>
          </a:p>
          <a:p>
            <a:pPr>
              <a:defRPr b="1" i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Do you love Me?</a:t>
            </a:r>
          </a:p>
          <a:p>
            <a:pPr>
              <a:defRPr b="1" i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Then give My sheep something to eat.</a:t>
            </a:r>
          </a:p>
        </p:txBody>
      </p:sp>
      <p:sp>
        <p:nvSpPr>
          <p:cNvPr id="220" name="TextBox 12"/>
          <p:cNvSpPr txBox="1"/>
          <p:nvPr/>
        </p:nvSpPr>
        <p:spPr>
          <a:xfrm>
            <a:off x="0" y="0"/>
            <a:ext cx="12192000" cy="392470"/>
          </a:xfrm>
          <a:prstGeom prst="rect">
            <a:avLst/>
          </a:prstGeom>
          <a:solidFill>
            <a:srgbClr val="C0A49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AFTER BREAKFAST ON THE SEASHORE					CHORUS 1</a:t>
            </a:r>
          </a:p>
        </p:txBody>
      </p:sp>
      <p:pic>
        <p:nvPicPr>
          <p:cNvPr id="221" name="Graphic 11" descr="Graphic 11">
            <a:hlinkClick r:id="rId2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74898" y="0"/>
            <a:ext cx="450828" cy="4508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150">
        <p:fade/>
      </p:transition>
    </mc:Choice>
    <mc:Fallback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7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icture 7"/>
          <p:cNvSpPr/>
          <p:nvPr/>
        </p:nvSpPr>
        <p:spPr>
          <a:xfrm>
            <a:off x="-6264210" y="-4548695"/>
            <a:ext cx="25230370" cy="180906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24" name="Rectangle 3"/>
          <p:cNvSpPr txBox="1"/>
          <p:nvPr/>
        </p:nvSpPr>
        <p:spPr>
          <a:xfrm>
            <a:off x="1477285" y="1120675"/>
            <a:ext cx="10256620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We, like Peter, all have stumbled,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Such defeats make our strength crumble,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Our once proud hearts become humble,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We are so low,</a:t>
            </a:r>
          </a:p>
        </p:txBody>
      </p:sp>
      <p:sp>
        <p:nvSpPr>
          <p:cNvPr id="225" name="TextBox 12"/>
          <p:cNvSpPr txBox="1"/>
          <p:nvPr/>
        </p:nvSpPr>
        <p:spPr>
          <a:xfrm>
            <a:off x="0" y="0"/>
            <a:ext cx="12192000" cy="392470"/>
          </a:xfrm>
          <a:prstGeom prst="rect">
            <a:avLst/>
          </a:prstGeom>
          <a:solidFill>
            <a:srgbClr val="C0A49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AFTER BREAKFAST ON THE SEASHORE					STANZA 2</a:t>
            </a:r>
          </a:p>
        </p:txBody>
      </p:sp>
      <p:pic>
        <p:nvPicPr>
          <p:cNvPr id="226" name="Graphic 11" descr="Graphic 11">
            <a:hlinkClick r:id="rId2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74898" y="0"/>
            <a:ext cx="450828" cy="4508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150">
        <p:fade/>
      </p:transition>
    </mc:Choice>
    <mc:Fallback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7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icture 7"/>
          <p:cNvSpPr/>
          <p:nvPr/>
        </p:nvSpPr>
        <p:spPr>
          <a:xfrm>
            <a:off x="-6264210" y="-4548695"/>
            <a:ext cx="25230370" cy="180906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29" name="Rectangle 3"/>
          <p:cNvSpPr txBox="1"/>
          <p:nvPr/>
        </p:nvSpPr>
        <p:spPr>
          <a:xfrm>
            <a:off x="1477285" y="1120675"/>
            <a:ext cx="10256620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In these moments the Lord comes in,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Seeking our love and affection,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As we listen, we can hear Him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Saying to us...</a:t>
            </a:r>
          </a:p>
        </p:txBody>
      </p:sp>
      <p:sp>
        <p:nvSpPr>
          <p:cNvPr id="230" name="TextBox 12"/>
          <p:cNvSpPr txBox="1"/>
          <p:nvPr/>
        </p:nvSpPr>
        <p:spPr>
          <a:xfrm>
            <a:off x="0" y="0"/>
            <a:ext cx="12192000" cy="392470"/>
          </a:xfrm>
          <a:prstGeom prst="rect">
            <a:avLst/>
          </a:prstGeom>
          <a:solidFill>
            <a:srgbClr val="C0A49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AFTER BREAKFAST ON THE SEASHORE					STANZA 2</a:t>
            </a:r>
          </a:p>
        </p:txBody>
      </p:sp>
      <p:pic>
        <p:nvPicPr>
          <p:cNvPr id="231" name="Graphic 11" descr="Graphic 11">
            <a:hlinkClick r:id="rId2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74898" y="0"/>
            <a:ext cx="450828" cy="4508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150">
        <p:fade/>
      </p:transition>
    </mc:Choice>
    <mc:Fallback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7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icture 7"/>
          <p:cNvSpPr/>
          <p:nvPr/>
        </p:nvSpPr>
        <p:spPr>
          <a:xfrm>
            <a:off x="-9007410" y="-4754558"/>
            <a:ext cx="25230370" cy="180906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34" name="Rectangle 3"/>
          <p:cNvSpPr txBox="1"/>
          <p:nvPr/>
        </p:nvSpPr>
        <p:spPr>
          <a:xfrm>
            <a:off x="1477285" y="1120675"/>
            <a:ext cx="9518779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Do you love Me? Feed My lambs,</a:t>
            </a:r>
          </a:p>
          <a:p>
            <a:pPr>
              <a:defRPr b="1" i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Do you love Me? Shepherd My sheep,</a:t>
            </a:r>
          </a:p>
          <a:p>
            <a:pPr>
              <a:defRPr b="1" i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Do you love Me?</a:t>
            </a:r>
          </a:p>
          <a:p>
            <a:pPr>
              <a:defRPr b="1" i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Then give My sheep something to eat.</a:t>
            </a:r>
          </a:p>
        </p:txBody>
      </p:sp>
      <p:sp>
        <p:nvSpPr>
          <p:cNvPr id="235" name="TextBox 12"/>
          <p:cNvSpPr txBox="1"/>
          <p:nvPr/>
        </p:nvSpPr>
        <p:spPr>
          <a:xfrm>
            <a:off x="0" y="0"/>
            <a:ext cx="12192000" cy="392470"/>
          </a:xfrm>
          <a:prstGeom prst="rect">
            <a:avLst/>
          </a:prstGeom>
          <a:solidFill>
            <a:srgbClr val="C0A49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AFTER BREAKFAST ON THE SEASHORE					CHORUS 1</a:t>
            </a:r>
          </a:p>
        </p:txBody>
      </p:sp>
      <p:pic>
        <p:nvPicPr>
          <p:cNvPr id="236" name="Graphic 11" descr="Graphic 11">
            <a:hlinkClick r:id="rId2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74898" y="0"/>
            <a:ext cx="450828" cy="4508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150">
        <p:fade/>
      </p:transition>
    </mc:Choice>
    <mc:Fallback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7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icture 7"/>
          <p:cNvSpPr/>
          <p:nvPr/>
        </p:nvSpPr>
        <p:spPr>
          <a:xfrm>
            <a:off x="-6264210" y="-4548695"/>
            <a:ext cx="25230370" cy="180906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39" name="Rectangle 3"/>
          <p:cNvSpPr txBox="1"/>
          <p:nvPr/>
        </p:nvSpPr>
        <p:spPr>
          <a:xfrm>
            <a:off x="1477285" y="1120675"/>
            <a:ext cx="10256620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In these days the Lord is hindered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Because of a lack of shepherds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Who dispense the milk of the Word</a:t>
            </a:r>
          </a:p>
          <a:p>
            <a:pPr>
              <a:defRPr b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To the lost sheep,</a:t>
            </a:r>
          </a:p>
        </p:txBody>
      </p:sp>
      <p:sp>
        <p:nvSpPr>
          <p:cNvPr id="240" name="TextBox 12"/>
          <p:cNvSpPr txBox="1"/>
          <p:nvPr/>
        </p:nvSpPr>
        <p:spPr>
          <a:xfrm>
            <a:off x="0" y="0"/>
            <a:ext cx="12192000" cy="392470"/>
          </a:xfrm>
          <a:prstGeom prst="rect">
            <a:avLst/>
          </a:prstGeom>
          <a:solidFill>
            <a:srgbClr val="C0A49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AFTER BREAKFAST ON THE SEASHORE					STANZA 3</a:t>
            </a:r>
          </a:p>
        </p:txBody>
      </p:sp>
      <p:pic>
        <p:nvPicPr>
          <p:cNvPr id="241" name="Graphic 11" descr="Graphic 11">
            <a:hlinkClick r:id="rId2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74898" y="0"/>
            <a:ext cx="450828" cy="4508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150">
        <p:fade/>
      </p:transition>
    </mc:Choice>
    <mc:Fallback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7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icture 7"/>
          <p:cNvSpPr/>
          <p:nvPr/>
        </p:nvSpPr>
        <p:spPr>
          <a:xfrm>
            <a:off x="-6264210" y="-4548695"/>
            <a:ext cx="25230370" cy="180906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44" name="Rectangle 3"/>
          <p:cNvSpPr txBox="1"/>
          <p:nvPr/>
        </p:nvSpPr>
        <p:spPr>
          <a:xfrm>
            <a:off x="1477285" y="1120675"/>
            <a:ext cx="10256620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000">
                <a:solidFill>
                  <a:srgbClr val="EFE8E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He needs man’s cooperation,</a:t>
            </a:r>
          </a:p>
          <a:p>
            <a:pPr>
              <a:defRPr b="1" sz="4000">
                <a:solidFill>
                  <a:srgbClr val="EFE8E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To let Him shepherd from within,</a:t>
            </a:r>
          </a:p>
          <a:p>
            <a:pPr>
              <a:defRPr b="1" sz="4000">
                <a:solidFill>
                  <a:srgbClr val="EFE8E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Will you be one who is open</a:t>
            </a:r>
          </a:p>
          <a:p>
            <a:pPr>
              <a:defRPr b="1" sz="4000">
                <a:solidFill>
                  <a:srgbClr val="EFE8E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And say to Him...</a:t>
            </a:r>
          </a:p>
        </p:txBody>
      </p:sp>
      <p:sp>
        <p:nvSpPr>
          <p:cNvPr id="245" name="TextBox 12"/>
          <p:cNvSpPr txBox="1"/>
          <p:nvPr/>
        </p:nvSpPr>
        <p:spPr>
          <a:xfrm>
            <a:off x="0" y="0"/>
            <a:ext cx="12192000" cy="392470"/>
          </a:xfrm>
          <a:prstGeom prst="rect">
            <a:avLst/>
          </a:prstGeom>
          <a:solidFill>
            <a:srgbClr val="C0A49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AFTER BREAKFAST ON THE SEASHORE					STANZA 3</a:t>
            </a:r>
          </a:p>
        </p:txBody>
      </p:sp>
      <p:pic>
        <p:nvPicPr>
          <p:cNvPr id="246" name="Graphic 11" descr="Graphic 11">
            <a:hlinkClick r:id="rId2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74898" y="0"/>
            <a:ext cx="450828" cy="4508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150">
        <p:fade/>
      </p:transition>
    </mc:Choice>
    <mc:Fallback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97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icture 7"/>
          <p:cNvSpPr/>
          <p:nvPr/>
        </p:nvSpPr>
        <p:spPr>
          <a:xfrm>
            <a:off x="-6264210" y="-4548695"/>
            <a:ext cx="25230370" cy="180906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49" name="Rectangle 3"/>
          <p:cNvSpPr txBox="1"/>
          <p:nvPr/>
        </p:nvSpPr>
        <p:spPr>
          <a:xfrm>
            <a:off x="1477285" y="1120675"/>
            <a:ext cx="10256620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Lord, I love You! I'll feed Your lambs,</a:t>
            </a:r>
          </a:p>
          <a:p>
            <a:pPr>
              <a:defRPr b="1" i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Lord I love You! I'll shepherd Your sheep,</a:t>
            </a:r>
          </a:p>
          <a:p>
            <a:pPr>
              <a:defRPr b="1" i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Lord I love You!</a:t>
            </a:r>
          </a:p>
          <a:p>
            <a:pPr>
              <a:defRPr b="1" i="1" sz="4000">
                <a:solidFill>
                  <a:srgbClr val="F4EDE5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I'll give Your sheep something to eat.</a:t>
            </a:r>
          </a:p>
        </p:txBody>
      </p:sp>
      <p:sp>
        <p:nvSpPr>
          <p:cNvPr id="250" name="TextBox 12"/>
          <p:cNvSpPr txBox="1"/>
          <p:nvPr/>
        </p:nvSpPr>
        <p:spPr>
          <a:xfrm>
            <a:off x="0" y="0"/>
            <a:ext cx="12192000" cy="392470"/>
          </a:xfrm>
          <a:prstGeom prst="rect">
            <a:avLst/>
          </a:prstGeom>
          <a:solidFill>
            <a:srgbClr val="C0A49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AFTER BREAKFAST ON THE SEASHORE					CHORUS 2</a:t>
            </a:r>
          </a:p>
        </p:txBody>
      </p:sp>
      <p:pic>
        <p:nvPicPr>
          <p:cNvPr id="251" name="Graphic 11" descr="Graphic 11">
            <a:hlinkClick r:id="rId2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74898" y="0"/>
            <a:ext cx="450828" cy="450827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Arrow 2">
            <a:hlinkClick r:id="rId4" invalidUrl="" action="ppaction://hlinksldjump" tgtFrame="" tooltip="" history="1" highlightClick="0" endSnd="0"/>
          </p:cNvPr>
          <p:cNvSpPr/>
          <p:nvPr/>
        </p:nvSpPr>
        <p:spPr>
          <a:xfrm>
            <a:off x="10734675" y="5676668"/>
            <a:ext cx="1137430" cy="915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49" y="0"/>
                </a:moveTo>
                <a:cubicBezTo>
                  <a:pt x="8457" y="0"/>
                  <a:pt x="6373" y="1103"/>
                  <a:pt x="4819" y="2903"/>
                </a:cubicBezTo>
                <a:lnTo>
                  <a:pt x="6744" y="6147"/>
                </a:lnTo>
                <a:cubicBezTo>
                  <a:pt x="7744" y="4819"/>
                  <a:pt x="9169" y="3989"/>
                  <a:pt x="10749" y="3989"/>
                </a:cubicBezTo>
                <a:cubicBezTo>
                  <a:pt x="13751" y="3989"/>
                  <a:pt x="16189" y="6985"/>
                  <a:pt x="16232" y="10700"/>
                </a:cubicBezTo>
                <a:lnTo>
                  <a:pt x="14265" y="10700"/>
                </a:lnTo>
                <a:lnTo>
                  <a:pt x="17933" y="16883"/>
                </a:lnTo>
                <a:lnTo>
                  <a:pt x="21600" y="10700"/>
                </a:lnTo>
                <a:lnTo>
                  <a:pt x="19444" y="10700"/>
                </a:lnTo>
                <a:cubicBezTo>
                  <a:pt x="19401" y="4782"/>
                  <a:pt x="15525" y="0"/>
                  <a:pt x="10749" y="0"/>
                </a:cubicBezTo>
                <a:close/>
                <a:moveTo>
                  <a:pt x="3667" y="4515"/>
                </a:moveTo>
                <a:lnTo>
                  <a:pt x="0" y="10700"/>
                </a:lnTo>
                <a:lnTo>
                  <a:pt x="2054" y="10700"/>
                </a:lnTo>
                <a:cubicBezTo>
                  <a:pt x="2053" y="10733"/>
                  <a:pt x="2054" y="10767"/>
                  <a:pt x="2054" y="10801"/>
                </a:cubicBezTo>
                <a:cubicBezTo>
                  <a:pt x="2054" y="16766"/>
                  <a:pt x="5946" y="21600"/>
                  <a:pt x="10749" y="21600"/>
                </a:cubicBezTo>
                <a:cubicBezTo>
                  <a:pt x="13080" y="21600"/>
                  <a:pt x="15197" y="20461"/>
                  <a:pt x="16759" y="18607"/>
                </a:cubicBezTo>
                <a:lnTo>
                  <a:pt x="14814" y="15375"/>
                </a:lnTo>
                <a:cubicBezTo>
                  <a:pt x="13811" y="16749"/>
                  <a:pt x="12360" y="17611"/>
                  <a:pt x="10749" y="17611"/>
                </a:cubicBezTo>
                <a:cubicBezTo>
                  <a:pt x="7720" y="17611"/>
                  <a:pt x="5266" y="14563"/>
                  <a:pt x="5266" y="10801"/>
                </a:cubicBezTo>
                <a:cubicBezTo>
                  <a:pt x="5266" y="10767"/>
                  <a:pt x="5265" y="10733"/>
                  <a:pt x="5266" y="10700"/>
                </a:cubicBezTo>
                <a:lnTo>
                  <a:pt x="7335" y="10700"/>
                </a:lnTo>
                <a:lnTo>
                  <a:pt x="3667" y="4515"/>
                </a:lnTo>
                <a:close/>
              </a:path>
            </a:pathLst>
          </a:custGeom>
          <a:solidFill>
            <a:srgbClr val="F4EDE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150">
        <p:fade/>
      </p:transition>
    </mc:Choice>
    <mc:Fallback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